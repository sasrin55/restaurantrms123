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3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8988552" y="0"/>
            <a:ext cx="3200400" cy="6858000"/>
          </a:xfrm>
          <a:prstGeom prst="rect">
            <a:avLst/>
          </a:prstGeom>
          <a:solidFill>
            <a:srgbClr val="172E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SEATED × Como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Ramadan Trial · Feb 18 – Mar 20, 2026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1371600" cy="45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4290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8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reservation management system —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8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Como's most demanding month of the year.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54312" y="5669280"/>
            <a:ext cx="2286000" cy="822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466344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TRIAL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3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09728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Ramadan is Como's busiest season —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their systems weren't ready for it.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26974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&amp; WhatsApp bookings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30175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tracked in notebooks and WhatsApp messages — easy to lose, impossible to search.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34440" y="3931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Excel updates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42519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spent time re-entering data into spreadsheets. Errors and duplication were common.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507492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212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5166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guest memory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548640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guests were treated like strangers every visit. No history, no preferences on record.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60604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95160" y="26974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calls &amp; walk-ins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30175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calls were missed. Walk-in customers with no booking were turned away or forgotten.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84048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🪑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95160" y="3931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95160" y="42519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live table map, two bookings occasionally landed on the same table.</a:t>
            </a:r>
            <a:endParaRPr lang="en-US" sz="10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6172200"/>
            <a:ext cx="11887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3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09728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SEATED: A custom reservation management system</a:t>
            </a:r>
            <a:endParaRPr lang="en-US" sz="2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deployed live at Como for Ramadan 2026.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148840" cy="3474720"/>
          </a:xfrm>
          <a:prstGeom prst="roundRect">
            <a:avLst>
              <a:gd name="adj" fmla="val 5106"/>
            </a:avLst>
          </a:prstGeom>
          <a:solidFill>
            <a:srgbClr val="1D3A3A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834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384048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booking dashboard with status tracking (confirmed → seated → complete)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2606040"/>
            <a:ext cx="2148840" cy="3474720"/>
          </a:xfrm>
          <a:prstGeom prst="roundRect">
            <a:avLst>
              <a:gd name="adj" fmla="val 5106"/>
            </a:avLst>
          </a:prstGeom>
          <a:solidFill>
            <a:srgbClr val="F7F6F3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3512" y="2834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E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53512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Directory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53512" y="384048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CRM of every guest — history, phone, visit count, preferences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2606040"/>
            <a:ext cx="2148840" cy="3474720"/>
          </a:xfrm>
          <a:prstGeom prst="roundRect">
            <a:avLst>
              <a:gd name="adj" fmla="val 5106"/>
            </a:avLst>
          </a:prstGeom>
          <a:solidFill>
            <a:srgbClr val="F7F6F3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85232" y="2834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E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85232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Management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85232" y="384048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map of all 17 tables + Teppanyaki bar. See occupancy at a glance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2360" y="2606040"/>
            <a:ext cx="2148840" cy="3474720"/>
          </a:xfrm>
          <a:prstGeom prst="roundRect">
            <a:avLst>
              <a:gd name="adj" fmla="val 5106"/>
            </a:avLst>
          </a:prstGeom>
          <a:solidFill>
            <a:srgbClr val="F7F6F3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952" y="2834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E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616952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16952" y="384048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walk-ins on a live waitlist with WhatsApp notification when a table is ready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784080" y="2606040"/>
            <a:ext cx="2148840" cy="3474720"/>
          </a:xfrm>
          <a:prstGeom prst="roundRect">
            <a:avLst>
              <a:gd name="adj" fmla="val 5106"/>
            </a:avLst>
          </a:prstGeom>
          <a:solidFill>
            <a:srgbClr val="F7F6F3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48672" y="2834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E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948672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Tracking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948672" y="384048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incoming call logged — instantly matched to a guest and their booking history</a:t>
            </a:r>
            <a:endParaRPr lang="en-US" sz="10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6172200"/>
            <a:ext cx="11887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3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C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Ramadan 2026 · Como · Live data from SEATED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371600" cy="45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3566160" cy="1965960"/>
          </a:xfrm>
          <a:prstGeom prst="roundRect">
            <a:avLst>
              <a:gd name="adj" fmla="val 6512"/>
            </a:avLst>
          </a:prstGeom>
          <a:solidFill>
            <a:srgbClr val="172E2E"/>
          </a:solidFill>
          <a:ln w="12700">
            <a:solidFill>
              <a:srgbClr val="2A4F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1,664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Covers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served across Ramadan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737360"/>
            <a:ext cx="3566160" cy="1965960"/>
          </a:xfrm>
          <a:prstGeom prst="roundRect">
            <a:avLst>
              <a:gd name="adj" fmla="val 6512"/>
            </a:avLst>
          </a:prstGeom>
          <a:solidFill>
            <a:srgbClr val="172E2E"/>
          </a:solidFill>
          <a:ln w="12700">
            <a:solidFill>
              <a:srgbClr val="2A4F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9659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367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526280" y="2834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&amp; managed in SEATED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566160" cy="1965960"/>
          </a:xfrm>
          <a:prstGeom prst="roundRect">
            <a:avLst>
              <a:gd name="adj" fmla="val 6512"/>
            </a:avLst>
          </a:prstGeom>
          <a:solidFill>
            <a:srgbClr val="172E2E"/>
          </a:solidFill>
          <a:ln w="12700">
            <a:solidFill>
              <a:srgbClr val="2A4F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9659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366760" y="2834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Days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18 – Mar 20, 2026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3566160" cy="1965960"/>
          </a:xfrm>
          <a:prstGeom prst="roundRect">
            <a:avLst>
              <a:gd name="adj" fmla="val 6512"/>
            </a:avLst>
          </a:prstGeom>
          <a:solidFill>
            <a:srgbClr val="172E2E"/>
          </a:solidFill>
          <a:ln w="12700">
            <a:solidFill>
              <a:srgbClr val="2A4F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2519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75+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85800" y="5120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/ Day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5440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 across the month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4023360"/>
            <a:ext cx="3566160" cy="1965960"/>
          </a:xfrm>
          <a:prstGeom prst="roundRect">
            <a:avLst>
              <a:gd name="adj" fmla="val 6512"/>
            </a:avLst>
          </a:prstGeom>
          <a:solidFill>
            <a:srgbClr val="172E2E"/>
          </a:solidFill>
          <a:ln w="12700">
            <a:solidFill>
              <a:srgbClr val="2A4F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42519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262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4526280" y="5120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Guests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customer profiles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38160" y="4023360"/>
            <a:ext cx="3566160" cy="1965960"/>
          </a:xfrm>
          <a:prstGeom prst="roundRect">
            <a:avLst>
              <a:gd name="adj" fmla="val 6512"/>
            </a:avLst>
          </a:prstGeom>
          <a:solidFill>
            <a:srgbClr val="172E2E"/>
          </a:solidFill>
          <a:ln w="12700">
            <a:solidFill>
              <a:srgbClr val="2A4F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42519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8366760" y="5120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Guests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66760" y="5440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more than once</a:t>
            </a:r>
            <a:endParaRPr lang="en-US" sz="10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60152" y="6172200"/>
            <a:ext cx="146304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3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09728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system worked in practice, every shift.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3657600" cy="3977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42316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D3A3A"/>
          </a:solidFill>
          <a:ln w="12700">
            <a:solidFill>
              <a:srgbClr val="1D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23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Before service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" y="3182112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906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opened SEATED on any device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" y="3867912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7764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reservations visible sorted by time slot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" y="4553712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4622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→ Seated status updated as guests arrived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" y="5239512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1480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map updated in real-time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2240280"/>
            <a:ext cx="3657600" cy="3977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242316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D3A3A"/>
          </a:solidFill>
          <a:ln w="12700">
            <a:solidFill>
              <a:srgbClr val="1D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423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During service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99432" y="3182112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0906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calls instantly matched to guest profiles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99432" y="3867912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7764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Walk-ins added to digital waitlist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99432" y="4553712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44622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sent automatically when table freed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99432" y="5239512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51480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tracked per table with receipt printing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2240280"/>
            <a:ext cx="3657600" cy="3977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242316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D3A3A"/>
          </a:solidFill>
          <a:ln w="12700">
            <a:solidFill>
              <a:srgbClr val="1D3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58200" y="2423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After service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485632" y="3182112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0" y="30906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 auto-updated with night's bookings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85632" y="3867912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0" y="37764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directory enriched with visit data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85632" y="4553712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0" y="44622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refreshed with new covers data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485632" y="5239512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0" y="51480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data entry required</a:t>
            </a:r>
            <a:endParaRPr lang="en-US" sz="110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6172200"/>
            <a:ext cx="11887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3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INTEGRATION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8288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SEATED auto-syncs to Google Sheets —</a:t>
            </a:r>
            <a:endParaRPr lang="en-US" sz="2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manual export, no double entry.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D3A3A"/>
          </a:solidFill>
          <a:ln w="12700">
            <a:solidFill>
              <a:srgbClr val="1D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calls / walks 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3017520"/>
            <a:ext cx="502920" cy="7315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290779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60604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D3A3A"/>
          </a:solidFill>
          <a:ln w="12700">
            <a:solidFill>
              <a:srgbClr val="1D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6060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books in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3017520"/>
            <a:ext cx="502920" cy="7315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290779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60604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6060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SEATED auto-syncs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Google Sheet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3017520"/>
            <a:ext cx="502920" cy="7315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90779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260604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6060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tab · slot ·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row updated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Each date gets its own tab (e.g. "Saturday 15th Mar")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Each time slot has its own section within the tab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  All 17 tables + Teppanyaki bar pre-filled with capacities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4617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Booking fills in: Name, Pax, Time, Table, Phone, Notes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303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Cancelled reservations automatically clear their row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5303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Works two ways — changes in Sheets sync back to SEATED</a:t>
            </a:r>
            <a:endParaRPr lang="en-US" sz="12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6172200"/>
            <a:ext cx="11887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3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INSIGHTS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09728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insights from the month's data.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by Time Slot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07792"/>
            <a:ext cx="2103120" cy="25603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907792"/>
            <a:ext cx="2018995" cy="25603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51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Iftar 5:00 PM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28895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 covers · 48%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2103120" cy="25603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657600"/>
            <a:ext cx="967435" cy="256032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01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 8:00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3639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388 covers · 23%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07408"/>
            <a:ext cx="2103120" cy="25603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407408"/>
            <a:ext cx="799186" cy="256032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1513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 10:00 PM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 covers · 19%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157216"/>
            <a:ext cx="2103120" cy="256032"/>
          </a:xfrm>
          <a:prstGeom prst="rect">
            <a:avLst/>
          </a:prstGeom>
          <a:solidFill>
            <a:srgbClr val="EEECE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5157216"/>
            <a:ext cx="420624" cy="25603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9011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Sehri (Late)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5138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 covers · 10%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920240"/>
            <a:ext cx="539496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29400" y="269748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F7F6F3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27432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single night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17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052560" y="29535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covers · 32 reservations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347472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F7F6F3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3520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time slot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Iftar 5 PM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52560" y="37307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of all covers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29400" y="425196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F7F6F3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4297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uplift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12280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Fri–Sun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52560" y="45079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highest covers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29400" y="502920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F7F6F3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2280" y="5074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party size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12280" y="5303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guests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052560" y="5285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reservation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29400" y="580644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F7F6F3"/>
          </a:solidFill>
          <a:ln w="12700">
            <a:solidFill>
              <a:srgbClr val="EEEC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5852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guests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12280" y="6080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guests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052560" y="60624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 Como more than once</a:t>
            </a:r>
            <a:endParaRPr lang="en-US" sz="100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6172200"/>
            <a:ext cx="11887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3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SOLVED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09728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Concrete impact from a single month of using SEATED.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860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Double-bookings during peak Iftar hours caused staff stress and guest complaints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0" y="23957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7377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2860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table map meant every booking had a confirmed table. Zero double-bookings.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82112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Walk-in guests during busy nights were simply turned away with no follow-up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0" y="32918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7377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3090672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182112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Digital waitlist captured every walk-in. WhatsApp notification sent when a table opened.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986784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7822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Guest who called back had to re-introduce themselves every time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0" y="4187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7377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09360" y="3986784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078224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call instantly matched to a name, visit history, and last booking.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882896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974336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End-of-night data entry into Excel took 30–45 minutes of staff time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0" y="508406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7377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09360" y="4882896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974336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Sheet updated automatically with each booking. Zero manual entry.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5779008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587044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record of which guests came back, or how often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0" y="598017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7377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309360" y="5779008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587044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Guest directory tracked every visit. 38 returning guests identified this month alone.</a:t>
            </a:r>
            <a:endParaRPr lang="en-US" sz="105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6172200"/>
            <a:ext cx="118872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3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C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operational tool to full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B2C reservations platform.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657600" cy="3977640"/>
          </a:xfrm>
          <a:prstGeom prst="roundRect">
            <a:avLst>
              <a:gd name="adj" fmla="val 3000"/>
            </a:avLst>
          </a:prstGeom>
          <a:solidFill>
            <a:srgbClr val="0D7377"/>
          </a:solidFill>
          <a:ln w="12700">
            <a:solidFill>
              <a:srgbClr val="2A4F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6032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60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Live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Foundation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dashboard, table management, guest directory, call tracking, Google Sheets sync — built and proven at Como this Ramadan.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2377440"/>
            <a:ext cx="3657600" cy="3977640"/>
          </a:xfrm>
          <a:prstGeom prst="roundRect">
            <a:avLst>
              <a:gd name="adj" fmla="val 3000"/>
            </a:avLst>
          </a:prstGeom>
          <a:solidFill>
            <a:srgbClr val="172E2E"/>
          </a:solidFill>
          <a:ln w="12700">
            <a:solidFill>
              <a:srgbClr val="2A4F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Next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2971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Booking App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26280" y="356616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discover and book Como directly via seated.pk. Real-time availability, instant confirmation, profile creation.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2377440"/>
            <a:ext cx="3657600" cy="3977640"/>
          </a:xfrm>
          <a:prstGeom prst="roundRect">
            <a:avLst>
              <a:gd name="adj" fmla="val 3000"/>
            </a:avLst>
          </a:prstGeom>
          <a:solidFill>
            <a:srgbClr val="172E2E"/>
          </a:solidFill>
          <a:ln w="12700">
            <a:solidFill>
              <a:srgbClr val="2A4F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Scale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0" y="2971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12480" y="356616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listed alongside other partner restaurants. Guests build a dining profile. Restaurants share an analytics ecosystem.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02952" y="6172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C5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seated.pk</a:t>
            </a:r>
            <a:endParaRPr lang="en-US" sz="13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6172200"/>
            <a:ext cx="146304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2026-03-31T04:18:44Z</dcterms:created>
  <dcterms:modified xsi:type="dcterms:W3CDTF">2026-03-31T04:18:44Z</dcterms:modified>
</cp:coreProperties>
</file>